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E3A8A"/>
                </a:solidFill>
              </a:defRPr>
            </a:pPr>
            <a:r>
              <a:t>EduQuery AI: Academic Intelligence &amp; Prediction Engine</a:t>
            </a:r>
          </a:p>
          <a:p>
            <a:pPr>
              <a:defRPr b="1" sz="2000">
                <a:solidFill>
                  <a:srgbClr val="0D9488"/>
                </a:solidFill>
              </a:defRPr>
            </a:pPr>
            <a:r>
              <a:t>GIKI AI Bootcamp 2026 | Capstone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Team Members: Muhammad Junaid | Abdur Rafay | Abeera Anwer | Zain Ul Abideen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Supervisor: Dr. Ali Imran | Track: Advanced AI / Educational Analytics</a:t>
            </a:r>
          </a:p>
          <a:p>
            <a:br/>
            <a:pPr>
              <a:defRPr b="1" sz="1800">
                <a:solidFill>
                  <a:srgbClr val="0D9488"/>
                </a:solidFill>
              </a:defRPr>
            </a:pPr>
            <a:r>
              <a:t>ONE-LINE ELEVATOR PITCH: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An AI-powered web engine enabling school administrators in Pakistan to query multi-campus SQL databases in natural English/Urdu and predict student exam performance to detect at-risk students weeks before board exams.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E3A8A"/>
                </a:solidFill>
              </a:defRPr>
            </a:pPr>
            <a:r>
              <a:t>Problem Statement &amp; 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9488"/>
                </a:solidFill>
              </a:defRPr>
            </a:pPr>
            <a:r>
              <a:t>Target Users:</a:t>
            </a:r>
          </a:p>
          <a:p>
            <a:pPr>
              <a:defRPr sz="1500"/>
            </a:pPr>
            <a:r>
              <a:t>• School Principals, Academic Directors, HOFs, and Teachers across multi-campus networks in Pakistan (KP &amp; Punjab) managing 1,000+ students without dedicated IT analytics teams.</a:t>
            </a:r>
          </a:p>
          <a:p>
            <a:br/>
            <a:pPr>
              <a:defRPr b="1" sz="1800">
                <a:solidFill>
                  <a:srgbClr val="0D9488"/>
                </a:solidFill>
              </a:defRPr>
            </a:pPr>
            <a:r>
              <a:t>Key Problem Gaps:</a:t>
            </a:r>
          </a:p>
          <a:p>
            <a:pPr>
              <a:defRPr sz="1500"/>
            </a:pPr>
            <a:r>
              <a:t>• Reporting Delays: Educators wait 2-5 days for IT staff to write custom SQL/Excel reports.</a:t>
            </a:r>
          </a:p>
          <a:p>
            <a:pPr>
              <a:defRPr sz="1500"/>
            </a:pPr>
            <a:r>
              <a:t>• Reactive Evaluation: 20-25% of students fail board exams because learning gaps are detected too late.</a:t>
            </a:r>
          </a:p>
          <a:p>
            <a:pPr>
              <a:defRPr sz="1500"/>
            </a:pPr>
            <a:r>
              <a:t>• BI Tool Complexity: Enterprise BI software (PowerBI, Tableau) costs $10-$20/user/mo and requires data engineers.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E3A8A"/>
                </a:solidFill>
              </a:defRPr>
            </a:pPr>
            <a:r>
              <a:t>Proposed Solution &amp; Data 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1. Natural Language Input: User submits query in English/Urdu (e.g. 'Predict physics marks for Roll 12345').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2. Intent &amp; Schema Grounding: LangChain + FAISS grounds database schema (`db_aadc11_sqldaanish`) &amp; enforces security.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3. NL2SQL &amp; ML Engine: LLM generates safe SELECT SQL; XGBoost model predicts future exam marks &amp; pass probability.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4. Read-Only Execution: Query executes safely against curated SQL Server analytical views (`MARKS`, `TR`, `HOF`).</a:t>
            </a:r>
          </a:p>
          <a:p>
            <a:pPr>
              <a:defRPr sz="1500">
                <a:solidFill>
                  <a:srgbClr val="1F2937"/>
                </a:solidFill>
              </a:defRPr>
            </a:pPr>
            <a:r>
              <a:t>• 5. Interactive UI Output: Streamlit renders plain-language response, data tables, Plotly charts &amp; early risk warnings.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E3A8A"/>
                </a:solidFill>
              </a:defRPr>
            </a:pPr>
            <a:r>
              <a:t>Technical Stack &amp; 2-Week MVP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9488"/>
                </a:solidFill>
              </a:defRPr>
            </a:pPr>
            <a:r>
              <a:t>Technical Stack:</a:t>
            </a:r>
          </a:p>
          <a:p>
            <a:pPr>
              <a:defRPr sz="1500"/>
            </a:pPr>
            <a:r>
              <a:t>• LLM / NL2SQL: LLaMA 3 / Azure OpenAI via LangChain + FAISS vector embeddings.</a:t>
            </a:r>
          </a:p>
          <a:p>
            <a:pPr>
              <a:defRPr sz="1500"/>
            </a:pPr>
            <a:r>
              <a:t>• Predictive ML: scikit-learn &amp; XGBoost for future exam grade forecasting.</a:t>
            </a:r>
          </a:p>
          <a:p>
            <a:pPr>
              <a:defRPr sz="1500"/>
            </a:pPr>
            <a:r>
              <a:t>• Database: MS SQL Server (`db_aadc11_sqldaanish`) analytical view layer.</a:t>
            </a:r>
          </a:p>
          <a:p>
            <a:pPr>
              <a:defRPr sz="1500"/>
            </a:pPr>
            <a:r>
              <a:t>• API &amp; Web UI: Python FastAPI backend + Streamlit frontend with Plotly charts.</a:t>
            </a:r>
          </a:p>
          <a:p>
            <a:br/>
            <a:pPr>
              <a:defRPr b="1" sz="1800">
                <a:solidFill>
                  <a:srgbClr val="D97706"/>
                </a:solidFill>
              </a:defRPr>
            </a:pPr>
            <a:r>
              <a:t>2-Week MVP Scope Commitment:</a:t>
            </a:r>
          </a:p>
          <a:p>
            <a:pPr>
              <a:defRPr sz="1500"/>
            </a:pPr>
            <a:r>
              <a:t>A working Streamlit web app connected to a subset of `db_aadc11_sqldaanish` executing core NL queries (student marks, class averages, top scorers, and baseline grade forecasting) with visual charts in under 3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E3A8A"/>
                </a:solidFill>
              </a:defRPr>
            </a:pPr>
            <a:r>
              <a:t>Commercial Viability, Competition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D9488"/>
                </a:solidFill>
              </a:defRPr>
            </a:pPr>
            <a:r>
              <a:t>Monetization &amp; Competition:</a:t>
            </a:r>
          </a:p>
          <a:p>
            <a:pPr>
              <a:defRPr sz="1500"/>
            </a:pPr>
            <a:r>
              <a:t>• B2B SaaS Model: Rs. 15,000 - 25,000 / month per campus + Rs. 50,000 network setup fee.</a:t>
            </a:r>
          </a:p>
          <a:p>
            <a:pPr>
              <a:defRPr sz="1500"/>
            </a:pPr>
            <a:r>
              <a:t>• Competitive Edge: Zero-code prompt access, built-in ML grade forecasting, and Pakistani school schema focus.</a:t>
            </a:r>
          </a:p>
          <a:p>
            <a:br/>
            <a:pPr>
              <a:defRPr b="1" sz="1800">
                <a:solidFill>
                  <a:srgbClr val="1E3A8A"/>
                </a:solidFill>
              </a:defRPr>
            </a:pPr>
            <a:r>
              <a:t>3-Phase Growth Roadmap:</a:t>
            </a:r>
          </a:p>
          <a:p>
            <a:pPr>
              <a:defRPr sz="1500"/>
            </a:pPr>
            <a:r>
              <a:t>• Phase 1 (M1-3): Expand dataset to 50k+ records, achieve &gt;88% prediction accuracy, bilingual prompt engine.</a:t>
            </a:r>
          </a:p>
          <a:p>
            <a:pPr>
              <a:defRPr sz="1500"/>
            </a:pPr>
            <a:r>
              <a:t>• Phase 2 (M4-6): Multi-tenant cloud SaaS deployment with RBAC; 15-campus pilot in KP and Punjab.</a:t>
            </a:r>
          </a:p>
          <a:p>
            <a:pPr>
              <a:defRPr sz="1500"/>
            </a:pPr>
            <a:r>
              <a:t>• Phase 3 (M7-12): Parent WhatsApp risk notification bot &amp; enterprise licensing with school 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